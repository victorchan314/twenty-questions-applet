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08" y="3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6D46-5F0A-4578-A259-378D2866891D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794F-6CA5-48C4-936C-B505874D1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763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6D46-5F0A-4578-A259-378D2866891D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794F-6CA5-48C4-936C-B505874D1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098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6D46-5F0A-4578-A259-378D2866891D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794F-6CA5-48C4-936C-B505874D1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22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6D46-5F0A-4578-A259-378D2866891D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794F-6CA5-48C4-936C-B505874D1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0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6D46-5F0A-4578-A259-378D2866891D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794F-6CA5-48C4-936C-B505874D1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64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6D46-5F0A-4578-A259-378D2866891D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794F-6CA5-48C4-936C-B505874D1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7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6D46-5F0A-4578-A259-378D2866891D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794F-6CA5-48C4-936C-B505874D1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77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6D46-5F0A-4578-A259-378D2866891D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794F-6CA5-48C4-936C-B505874D1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7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6D46-5F0A-4578-A259-378D2866891D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794F-6CA5-48C4-936C-B505874D1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922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6D46-5F0A-4578-A259-378D2866891D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794F-6CA5-48C4-936C-B505874D1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53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6D46-5F0A-4578-A259-378D2866891D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C794F-6CA5-48C4-936C-B505874D1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96D46-5F0A-4578-A259-378D2866891D}" type="datetimeFigureOut">
              <a:rPr lang="en-US" smtClean="0"/>
              <a:t>4/21/2014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C794F-6CA5-48C4-936C-B505874D19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67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95400" y="304800"/>
            <a:ext cx="13716000" cy="857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3185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0" cy="857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7708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dh.vchan3</dc:creator>
  <cp:lastModifiedBy>dh.vchan3</cp:lastModifiedBy>
  <cp:revision>1</cp:revision>
  <dcterms:created xsi:type="dcterms:W3CDTF">2014-04-21T18:29:22Z</dcterms:created>
  <dcterms:modified xsi:type="dcterms:W3CDTF">2014-04-21T18:31:48Z</dcterms:modified>
</cp:coreProperties>
</file>