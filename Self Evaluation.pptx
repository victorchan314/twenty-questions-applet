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11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AA3A-90FB-4F96-9744-CE94F7A81787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39A0-7EFA-47A1-AD1F-EC7585E06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88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AA3A-90FB-4F96-9744-CE94F7A81787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39A0-7EFA-47A1-AD1F-EC7585E06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13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AA3A-90FB-4F96-9744-CE94F7A81787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39A0-7EFA-47A1-AD1F-EC7585E06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6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AA3A-90FB-4F96-9744-CE94F7A81787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39A0-7EFA-47A1-AD1F-EC7585E06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6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AA3A-90FB-4F96-9744-CE94F7A81787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39A0-7EFA-47A1-AD1F-EC7585E06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66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AA3A-90FB-4F96-9744-CE94F7A81787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39A0-7EFA-47A1-AD1F-EC7585E06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5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AA3A-90FB-4F96-9744-CE94F7A81787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39A0-7EFA-47A1-AD1F-EC7585E06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40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AA3A-90FB-4F96-9744-CE94F7A81787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39A0-7EFA-47A1-AD1F-EC7585E06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4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AA3A-90FB-4F96-9744-CE94F7A81787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39A0-7EFA-47A1-AD1F-EC7585E06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89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AA3A-90FB-4F96-9744-CE94F7A81787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39A0-7EFA-47A1-AD1F-EC7585E06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3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AA3A-90FB-4F96-9744-CE94F7A81787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439A0-7EFA-47A1-AD1F-EC7585E06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8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9AA3A-90FB-4F96-9744-CE94F7A81787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439A0-7EFA-47A1-AD1F-EC7585E06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34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Assessment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654122"/>
              </p:ext>
            </p:extLst>
          </p:nvPr>
        </p:nvGraphicFramePr>
        <p:xfrm>
          <a:off x="457200" y="2438400"/>
          <a:ext cx="8001000" cy="174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5029200"/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 smtClean="0"/>
                        <a:t>Team Member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Role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1.Victor Chan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Wrote</a:t>
                      </a:r>
                      <a:r>
                        <a:rPr lang="en-US" baseline="0" dirty="0" smtClean="0"/>
                        <a:t> code for the Applet.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2.Anirudh </a:t>
                      </a:r>
                      <a:r>
                        <a:rPr lang="en-US" dirty="0" err="1" smtClean="0"/>
                        <a:t>Makineni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Transferred the code from the old program into the</a:t>
                      </a:r>
                      <a:r>
                        <a:rPr lang="en-US" baseline="0" dirty="0" smtClean="0"/>
                        <a:t> format.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3.Kashyap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Gummaraju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Tested the code out, fixed several </a:t>
                      </a:r>
                      <a:r>
                        <a:rPr lang="en-US" baseline="0" smtClean="0"/>
                        <a:t>minor bugs.</a:t>
                      </a:r>
                      <a:endParaRPr lang="en-US" baseline="0" dirty="0" smtClean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541765"/>
              </p:ext>
            </p:extLst>
          </p:nvPr>
        </p:nvGraphicFramePr>
        <p:xfrm>
          <a:off x="457200" y="44958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Criterion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Score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Function (4)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Robustness (3)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Maintainability (2)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Performance (1)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Total   (10)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04800" y="1295400"/>
            <a:ext cx="64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Assignment deliverable must include:</a:t>
            </a:r>
          </a:p>
          <a:p>
            <a:pPr marL="342900" indent="-342900">
              <a:buFontTx/>
              <a:buAutoNum type="arabicPeriod"/>
            </a:pPr>
            <a:r>
              <a:rPr lang="en-US" dirty="0" smtClean="0"/>
              <a:t>Assessment, including team members and roles.</a:t>
            </a:r>
          </a:p>
          <a:p>
            <a:pPr marL="342900" indent="-342900">
              <a:buAutoNum type="arabicPeriod"/>
            </a:pPr>
            <a:r>
              <a:rPr lang="en-US" smtClean="0"/>
              <a:t>Java source </a:t>
            </a:r>
            <a:r>
              <a:rPr lang="en-US" dirty="0" smtClean="0"/>
              <a:t>code</a:t>
            </a:r>
          </a:p>
          <a:p>
            <a:pPr marL="342900" indent="-342900">
              <a:buAutoNum type="arabicPeriod"/>
            </a:pPr>
            <a:r>
              <a:rPr lang="en-US" dirty="0" smtClean="0"/>
              <a:t>Input and output (console or screen shots)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15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89</Words>
  <Application>Microsoft Office PowerPoint</Application>
  <PresentationFormat>On-screen Show (4:3)</PresentationFormat>
  <Paragraphs>25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Assessment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</dc:title>
  <dc:creator>Groner, Leo [DH]</dc:creator>
  <cp:lastModifiedBy>dh.vchan3</cp:lastModifiedBy>
  <cp:revision>5</cp:revision>
  <dcterms:created xsi:type="dcterms:W3CDTF">2014-01-28T22:48:18Z</dcterms:created>
  <dcterms:modified xsi:type="dcterms:W3CDTF">2014-04-21T18:33:07Z</dcterms:modified>
</cp:coreProperties>
</file>